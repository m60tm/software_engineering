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3" autoAdjust="0"/>
    <p:restoredTop sz="94660"/>
  </p:normalViewPr>
  <p:slideViewPr>
    <p:cSldViewPr snapToGrid="0">
      <p:cViewPr>
        <p:scale>
          <a:sx n="75" d="100"/>
          <a:sy n="75" d="100"/>
        </p:scale>
        <p:origin x="-288" y="1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68FFE-4EA6-0006-3CCB-A60D29783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A7B3C0-067B-C83C-8230-4B35D5349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471F3A-580A-4DCF-33A0-13AE572C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6D6ED-0036-2803-DCDC-48724AB2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97E6E-EB94-99A9-2172-7C49E4E6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09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096C2-BEAD-7A4F-08AE-3CC1F172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84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041FBD-E9FF-F589-EA31-670DF5ACF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7E5FA2-07BD-EE3A-BEEC-08240F22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DF0785-204F-EC1D-0A5D-6D168CDD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3D0EB-5D85-D9EA-F12A-F1CA190A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52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241B9-33B0-CFD1-D502-AED48845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714F3E-BFB3-43B2-3698-C1BE5FB51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D5697-9692-691C-D7F6-B0D5510D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CD2B5E-04A9-E86B-A638-7C6C13CF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D1A178-3025-0AB3-EA91-FA0B28F3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5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4F2C0-912B-2844-4519-595C0D09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E9050D-E7AB-C00F-9FAA-698FC935A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95612A-02F1-9FA2-6EDD-A358D4700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E0B141-9C9C-8553-8A22-658EA667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7A0795-DE0E-1330-0C88-2C03FF24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28D83E-53B1-90C1-AC7A-C3C2C9AC4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30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87A0A-74A5-43D9-C1C0-B26F8883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1ADAF6-025A-11EF-846D-9F7A9162E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E9126F-F1CF-2002-DCF0-19A2C6E24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776C0-7ACB-9616-2743-D2761446B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4C7F94-9E2E-3AF6-6830-63BD77130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BF30D7-0BA4-C780-0F2C-92F0873A0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2CD6EA-F01A-28E2-B7EA-C0850BB6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C4CF97-91B2-72C9-A94A-65F89C69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41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EC082-2BA6-93F2-17DD-F712486E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010740-E3E9-1333-0AC2-9198E288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FC4E68-E0F5-0551-819E-CE4BBFB9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233C00-99D7-BD09-3E69-5DA7D471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6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1FA89-359A-45B8-B6C7-00E2560D6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6F0EDD-1BA1-8818-AF7C-222A511D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028F4F-60D9-FAE0-E8BD-73A30184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65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1CDEF-A0A9-DBB2-B12F-BC078367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E32EFD-8D8A-A404-9D85-18D5CC2F0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99408A-E589-6F1A-5333-8D2C70BB9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B50827-9DD1-CCD1-19C3-B7C0531A8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8C166D-7571-8BD5-DDC0-FFEDC440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DD490C-2A9E-0A4C-7121-D4C86FAA9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02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9652C-DB61-A9CE-4375-79E27FE5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B21C35-0CD6-02ED-ABD3-B59819DAA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4E6A17-8BF0-DC29-3804-7AA4EB162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2652ED-5A40-8DD5-CCFD-7363FCF6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5D109F-57FC-EC95-4A72-F94DB0F3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EAA1C2-9A7B-DA00-C06A-04359E6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72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85EFC-39A2-AE8A-3793-D2098D84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F60C9C-FE46-2C68-9C83-CC387AB73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77A55-A46D-1EF0-7A59-DA76BC31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2C9FDC-03C4-B7AE-405E-26633FC8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C77C3-36A1-4F4A-DC56-896857C0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63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EC7567-6F22-F159-E787-2EA94020E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CCB03C-F95D-0EF5-A0F7-180062F1F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82E558-098F-A1CA-D579-0900228B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ACCDA-CA8A-FC5C-2B62-26763C290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2E65F7-26AC-DF72-AF13-307AF85C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60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9E799C-D1F6-9C66-FD9A-7712636C1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79ECED-4EFA-DB72-DF85-8A67E5CF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F623C7-A3EC-D157-9FDB-B256B0D78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0741A-AA82-427C-93B0-8707DDFE005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183153-ED0C-5934-000D-A53C074FF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243C9C-6D28-AC90-20D5-5BAA4DEEB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9F475-04E4-43CA-88FD-72FDB6254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46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38BF3-707B-03DD-CF38-2770C50996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소프트웨어 공학 </a:t>
            </a:r>
            <a:r>
              <a:rPr lang="en-US" altLang="ko-KR" sz="4800" dirty="0"/>
              <a:t>2</a:t>
            </a:r>
            <a:r>
              <a:rPr lang="ko-KR" altLang="en-US" sz="4800" dirty="0"/>
              <a:t>분반 </a:t>
            </a:r>
            <a:r>
              <a:rPr lang="en-US" altLang="ko-KR" sz="4800" dirty="0"/>
              <a:t>21</a:t>
            </a:r>
            <a:r>
              <a:rPr lang="ko-KR" altLang="en-US" sz="4800" dirty="0"/>
              <a:t>조</a:t>
            </a:r>
            <a:br>
              <a:rPr lang="en-US" altLang="ko-KR" sz="4800" dirty="0"/>
            </a:br>
            <a:r>
              <a:rPr lang="en-US" altLang="ko-KR" sz="4800" dirty="0"/>
              <a:t>UI </a:t>
            </a:r>
            <a:r>
              <a:rPr lang="ko-KR" altLang="en-US" sz="4800" dirty="0"/>
              <a:t>화면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A11A37-0073-4B19-E220-15325813C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장의진</a:t>
            </a:r>
            <a:r>
              <a:rPr lang="en-US" altLang="ko-KR" dirty="0"/>
              <a:t>, </a:t>
            </a:r>
            <a:r>
              <a:rPr lang="ko-KR" altLang="en-US" dirty="0" err="1"/>
              <a:t>천병선</a:t>
            </a:r>
            <a:r>
              <a:rPr lang="en-US" altLang="ko-KR" dirty="0"/>
              <a:t>, </a:t>
            </a:r>
            <a:r>
              <a:rPr lang="ko-KR" altLang="en-US" dirty="0"/>
              <a:t>김기현</a:t>
            </a:r>
            <a:r>
              <a:rPr lang="en-US" altLang="ko-KR" dirty="0"/>
              <a:t>,</a:t>
            </a:r>
            <a:r>
              <a:rPr lang="ko-KR" altLang="en-US" dirty="0"/>
              <a:t> 황재민</a:t>
            </a:r>
            <a:br>
              <a:rPr lang="en-US" altLang="ko-KR" dirty="0"/>
            </a:br>
            <a:r>
              <a:rPr lang="en-US" altLang="ko-KR" dirty="0"/>
              <a:t>53607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844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5C011-B204-A625-5E3C-12150202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 가입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2346A4-819D-FFF4-ADE1-2D877E21A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377" y="1503946"/>
            <a:ext cx="3679662" cy="49889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88E48C-5BB5-1137-5A2C-8F767DB9F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955" y="1503946"/>
            <a:ext cx="3679661" cy="498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AAAA6-91AA-0D2A-2906-1B8D4C14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 탈퇴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A7FF24-D795-8A6D-FC08-8498140EC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763" y="1130966"/>
            <a:ext cx="3491163" cy="52367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00309C-701B-9F4A-64D5-412F0F0E1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076" y="1130966"/>
            <a:ext cx="3491163" cy="523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1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9589B-2D02-821F-F086-E18D7B72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로그인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7C13D2-B053-DA39-B217-92537FDE3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463" y="1130968"/>
            <a:ext cx="3445577" cy="51683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F9A5985-5713-9B4D-9EE9-F428CF620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959" y="1130968"/>
            <a:ext cx="3445577" cy="516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0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14099-3742-8CF7-D220-424D57AA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로그아웃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01C67A-8A0C-B8BB-A178-7A1F2C946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989" y="1130968"/>
            <a:ext cx="3545303" cy="53179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BF17F8-7113-8508-6495-9513BEB46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081" y="1106905"/>
            <a:ext cx="3545301" cy="528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7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C7E28-C5A5-56FC-17C4-EA207BDD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검색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8813C5-8151-1D84-C560-B64BD778E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07" y="1130968"/>
            <a:ext cx="3862133" cy="53619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676B3A-A591-EC92-7CCB-85F37B4C2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260" y="1130967"/>
            <a:ext cx="3537284" cy="536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9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0CE65-F532-6DBB-BEF3-6CAC5F2A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상세정보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61BD2C-B76C-D37D-AC4A-5E5897E67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05" y="1130968"/>
            <a:ext cx="3424989" cy="513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3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7C8EF-F0A8-33CD-9BB1-F1A656A5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응답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4AF733-0191-BBE4-A9A2-236DCE3C7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579" y="1130966"/>
            <a:ext cx="3553326" cy="53299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1962C3D-A5B1-16CB-925B-4585AAF5A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622" y="1130966"/>
            <a:ext cx="3553326" cy="532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7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78D70-00ED-ACD0-99CA-A114F88E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응답 설문 조회 </a:t>
            </a:r>
            <a:r>
              <a:rPr lang="en-US" altLang="ko-KR" dirty="0"/>
              <a:t>+ </a:t>
            </a:r>
            <a:r>
              <a:rPr lang="ko-KR" altLang="en-US" dirty="0"/>
              <a:t>응답 취소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3101C0-8A49-A96D-1246-A46719A8F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380" y="1130968"/>
            <a:ext cx="3625516" cy="54382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BF38A0-3902-AFD3-C19A-5F715E7DE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30968"/>
            <a:ext cx="3625516" cy="54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DE072-E7A2-F29E-3086-6406E7B5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응답 설문 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56101A-8813-C185-83D1-46E5D8B01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444" y="1130968"/>
            <a:ext cx="3513221" cy="52698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008BA0-E456-A92F-2A4A-A7BB60492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082" y="1130968"/>
            <a:ext cx="3513221" cy="52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87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A38A5-AF1B-841C-CF39-9EE65B01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등록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6C7582-5561-AF2D-C445-0604AFD75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310" y="1130968"/>
            <a:ext cx="4049830" cy="52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5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6411-4A70-1E8A-8C11-440816BE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12D70-380F-4FEB-E056-4DA421BB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조회 </a:t>
            </a:r>
            <a:r>
              <a:rPr lang="en-US" altLang="ko-KR" dirty="0"/>
              <a:t>+ </a:t>
            </a:r>
            <a:r>
              <a:rPr lang="ko-KR" altLang="en-US" dirty="0"/>
              <a:t>설문 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6784E2-486E-A3C0-C0E6-AF34C84EE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421" y="1322003"/>
            <a:ext cx="3245157" cy="49245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6F593D-5F83-4D48-9597-7BAD5158E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" y="1322002"/>
            <a:ext cx="3283017" cy="49245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5AC73D-1F89-0269-B943-D69F5A2EB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379" y="1322000"/>
            <a:ext cx="3245158" cy="4924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6F8402-CA28-09CA-E48F-35875D7BBC28}"/>
              </a:ext>
            </a:extLst>
          </p:cNvPr>
          <p:cNvSpPr txBox="1"/>
          <p:nvPr/>
        </p:nvSpPr>
        <p:spPr>
          <a:xfrm>
            <a:off x="4724399" y="630820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설문 상세 정보 </a:t>
            </a:r>
            <a:r>
              <a:rPr lang="en-US" altLang="ko-KR" dirty="0"/>
              <a:t>pop-up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8615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8E28-F949-DE4D-1629-9DB84BB9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CF69A-8E84-C989-B906-87DD965B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설문 통계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C1A1E3-4596-5D3A-A455-5F0D5503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321" y="1130967"/>
            <a:ext cx="3555357" cy="518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57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53</Words>
  <Application>Microsoft Office PowerPoint</Application>
  <PresentationFormat>와이드스크린</PresentationFormat>
  <Paragraphs>15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소프트웨어 공학 2분반 21조 UI 화면</vt:lpstr>
      <vt:lpstr>회원 가입</vt:lpstr>
      <vt:lpstr>회원 탈퇴</vt:lpstr>
      <vt:lpstr>로그인</vt:lpstr>
      <vt:lpstr>로그아웃</vt:lpstr>
      <vt:lpstr>설문 검색</vt:lpstr>
      <vt:lpstr>설문 상세정보 조회</vt:lpstr>
      <vt:lpstr>설문 응답</vt:lpstr>
      <vt:lpstr>응답 설문 조회 + 응답 취소</vt:lpstr>
      <vt:lpstr>응답 설문 수정</vt:lpstr>
      <vt:lpstr>설문 등록</vt:lpstr>
      <vt:lpstr>설문 조회 + 설문 삭제</vt:lpstr>
      <vt:lpstr>설문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황재민</dc:creator>
  <cp:lastModifiedBy>황재민</cp:lastModifiedBy>
  <cp:revision>2</cp:revision>
  <dcterms:created xsi:type="dcterms:W3CDTF">2026-05-10T14:19:44Z</dcterms:created>
  <dcterms:modified xsi:type="dcterms:W3CDTF">2026-05-10T14:35:49Z</dcterms:modified>
</cp:coreProperties>
</file>